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32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17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93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279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377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91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01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7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83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799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334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556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199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290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764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47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A17382-75D6-4FAA-96DD-0E3F28C57CCB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DA4BA78-73BA-4213-96AC-2820EF1DF8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59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C32C-73B7-FDAB-E924-F330BF226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2125655"/>
            <a:ext cx="6815669" cy="151553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Business Requirement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E85BA-A864-18E2-7002-48FC9D222579}"/>
              </a:ext>
            </a:extLst>
          </p:cNvPr>
          <p:cNvSpPr txBox="1"/>
          <p:nvPr/>
        </p:nvSpPr>
        <p:spPr>
          <a:xfrm>
            <a:off x="4854805" y="3641188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Sales_Performance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622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8FD1F2-0B0D-B526-8A9C-1DEE64321636}"/>
              </a:ext>
            </a:extLst>
          </p:cNvPr>
          <p:cNvSpPr txBox="1"/>
          <p:nvPr/>
        </p:nvSpPr>
        <p:spPr>
          <a:xfrm>
            <a:off x="612742" y="622169"/>
            <a:ext cx="1096337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Overview: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Brazillian_E_Commerce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Sales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Perfromance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needs a clear view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revenue is generated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sales occur (daily/monthly trends)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Questions Answered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placed daily and monthly?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the highest revenue?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Business Cares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growth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best-selling products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 and trends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and performance reporting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E4680-E339-51F6-C9C1-99EB8BBDC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421" y="2321642"/>
            <a:ext cx="4494870" cy="381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7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071E0C-FA75-3789-5EB6-E02269B1D3F2}"/>
              </a:ext>
            </a:extLst>
          </p:cNvPr>
          <p:cNvSpPr txBox="1"/>
          <p:nvPr/>
        </p:nvSpPr>
        <p:spPr>
          <a:xfrm>
            <a:off x="622169" y="603315"/>
            <a:ext cx="109539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End-to-End Data Engineering Architecture</a:t>
            </a: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Pattern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Medallion Architecture (Bronze → Silver → Gold)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Built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+ Apache Spark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53149-3D24-FCD0-0744-1E2B5C2F8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735" y="750609"/>
            <a:ext cx="3571188" cy="535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423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1BDE9B-F9B5-5D8C-8CC9-DFE8C4B6A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20" y="1056281"/>
            <a:ext cx="10887959" cy="4745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485424-AB40-AD30-7F52-FE5C73A301CE}"/>
              </a:ext>
            </a:extLst>
          </p:cNvPr>
          <p:cNvSpPr txBox="1"/>
          <p:nvPr/>
        </p:nvSpPr>
        <p:spPr>
          <a:xfrm>
            <a:off x="735291" y="686949"/>
            <a:ext cx="2169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Architecture Layers: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196520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7F2F6-4E79-1B6B-A590-F527C6F9E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81" y="2067502"/>
            <a:ext cx="10605154" cy="3899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61ECBE-7ABD-F14F-70FE-98E78A1CDD52}"/>
              </a:ext>
            </a:extLst>
          </p:cNvPr>
          <p:cNvSpPr txBox="1"/>
          <p:nvPr/>
        </p:nvSpPr>
        <p:spPr>
          <a:xfrm>
            <a:off x="867266" y="838986"/>
            <a:ext cx="1462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b="1" dirty="0"/>
              <a:t>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17181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0FDC90-C4C0-8FAF-8F01-EC19F351585C}"/>
              </a:ext>
            </a:extLst>
          </p:cNvPr>
          <p:cNvSpPr txBox="1"/>
          <p:nvPr/>
        </p:nvSpPr>
        <p:spPr>
          <a:xfrm>
            <a:off x="612742" y="622169"/>
            <a:ext cx="109728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TABLE: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Sales_Performance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Path: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brazillian_e_commerce.final.sales_performance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/>
              <a:t>Key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total_revenue</a:t>
            </a:r>
            <a:r>
              <a:rPr lang="en-US" sz="1600" dirty="0"/>
              <a:t> → SUM of sales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total_orders</a:t>
            </a:r>
            <a:r>
              <a:rPr lang="en-US" sz="1600" dirty="0"/>
              <a:t> → Count of distinct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avg_order_value</a:t>
            </a:r>
            <a:r>
              <a:rPr lang="en-US" sz="1600" dirty="0"/>
              <a:t> → Revenue /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b="1" dirty="0"/>
          </a:p>
          <a:p>
            <a:r>
              <a:rPr lang="en-US" sz="1600" b="1" dirty="0"/>
              <a:t>Data Sources from Gold: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fact_sales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fact_orders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dim_date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dim_products</a:t>
            </a:r>
            <a:endParaRPr lang="en-US" sz="1600" dirty="0"/>
          </a:p>
          <a:p>
            <a:endParaRPr lang="en-US" sz="1600" dirty="0"/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F72AF-2EEA-957B-B721-239D07074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970" y="2403835"/>
            <a:ext cx="5628168" cy="372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1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0F8FF-9785-636F-11C0-E38557A78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73" y="669303"/>
            <a:ext cx="10190375" cy="553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94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EEA5C-C261-2257-0211-53E7211C2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509" y="707010"/>
            <a:ext cx="10086681" cy="547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47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1787FF-D47F-A6EC-08EC-D2EABDD0C357}"/>
              </a:ext>
            </a:extLst>
          </p:cNvPr>
          <p:cNvSpPr txBox="1"/>
          <p:nvPr/>
        </p:nvSpPr>
        <p:spPr>
          <a:xfrm>
            <a:off x="697584" y="838986"/>
            <a:ext cx="124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037D2C-66F6-0042-6DF8-F4FF23DC3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496" y="1395167"/>
            <a:ext cx="9954705" cy="432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5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6EDC16-985F-33D1-B924-C226274E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690" y="1932495"/>
            <a:ext cx="8738647" cy="37047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BD3D9-E805-022F-F803-96CDCDEE28E2}"/>
              </a:ext>
            </a:extLst>
          </p:cNvPr>
          <p:cNvSpPr txBox="1"/>
          <p:nvPr/>
        </p:nvSpPr>
        <p:spPr>
          <a:xfrm>
            <a:off x="1649690" y="1310326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Databricks Jobs: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50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A7280F-3585-C177-B909-90977453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372" y="1833879"/>
            <a:ext cx="8917757" cy="4199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87D784-9F2B-1570-22DA-4A65A5E28C7A}"/>
              </a:ext>
            </a:extLst>
          </p:cNvPr>
          <p:cNvSpPr txBox="1"/>
          <p:nvPr/>
        </p:nvSpPr>
        <p:spPr>
          <a:xfrm>
            <a:off x="1602557" y="876693"/>
            <a:ext cx="3880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Lineage for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Sales_Performance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2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2BCF71-AE15-60A2-06DE-8313D3FEEDD5}"/>
              </a:ext>
            </a:extLst>
          </p:cNvPr>
          <p:cNvSpPr txBox="1"/>
          <p:nvPr/>
        </p:nvSpPr>
        <p:spPr>
          <a:xfrm>
            <a:off x="4554648" y="3013501"/>
            <a:ext cx="30896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8640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</TotalTime>
  <Words>213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Garamond</vt:lpstr>
      <vt:lpstr>Times New Roman</vt:lpstr>
      <vt:lpstr>Wingdings</vt:lpstr>
      <vt:lpstr>Organic</vt:lpstr>
      <vt:lpstr>Business Requirement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 Subramanian</dc:creator>
  <cp:lastModifiedBy>Vignesh Subramanian</cp:lastModifiedBy>
  <cp:revision>3</cp:revision>
  <dcterms:created xsi:type="dcterms:W3CDTF">2026-01-31T12:11:02Z</dcterms:created>
  <dcterms:modified xsi:type="dcterms:W3CDTF">2026-02-02T10:58:36Z</dcterms:modified>
</cp:coreProperties>
</file>